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Text Classification using </a:t>
            </a:r>
            <a:r>
              <a:rPr lang="en-US" dirty="0" err="1" smtClean="0"/>
              <a:t>CNN+GloVe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7229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Major Steps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Data Collection</a:t>
            </a:r>
          </a:p>
          <a:p>
            <a:r>
              <a:rPr lang="en-US" dirty="0" smtClean="0"/>
              <a:t>Data Pre-processing</a:t>
            </a:r>
          </a:p>
          <a:p>
            <a:r>
              <a:rPr lang="en-US" dirty="0" smtClean="0"/>
              <a:t>Data Annotation</a:t>
            </a:r>
          </a:p>
          <a:p>
            <a:r>
              <a:rPr lang="en-US" dirty="0" smtClean="0"/>
              <a:t>Embedding Model Generation</a:t>
            </a:r>
          </a:p>
          <a:p>
            <a:r>
              <a:rPr lang="en-US" dirty="0" smtClean="0"/>
              <a:t>Classification Model Training &amp; Verification</a:t>
            </a:r>
          </a:p>
        </p:txBody>
      </p:sp>
    </p:spTree>
    <p:extLst>
      <p:ext uri="{BB962C8B-B14F-4D97-AF65-F5344CB8AC3E}">
        <p14:creationId xmlns:p14="http://schemas.microsoft.com/office/powerpoint/2010/main" val="3338090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Classification Model Training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5029200"/>
          </a:xfrm>
        </p:spPr>
        <p:txBody>
          <a:bodyPr/>
          <a:lstStyle/>
          <a:p>
            <a:r>
              <a:rPr lang="en-US" dirty="0" smtClean="0"/>
              <a:t>Convolutional Neural Network (CNN):</a:t>
            </a:r>
          </a:p>
          <a:p>
            <a:pPr lvl="1"/>
            <a:r>
              <a:rPr lang="en-US" b="1" dirty="0"/>
              <a:t>Input Layer</a:t>
            </a:r>
            <a:r>
              <a:rPr lang="en-US" dirty="0"/>
              <a:t>: A sentence tokenized into words, then converted into embeddings</a:t>
            </a:r>
            <a:r>
              <a:rPr lang="en-US" dirty="0" smtClean="0"/>
              <a:t>.</a:t>
            </a:r>
          </a:p>
          <a:p>
            <a:pPr lvl="1"/>
            <a:r>
              <a:rPr lang="en-US" b="1" dirty="0" smtClean="0"/>
              <a:t>Convolutional </a:t>
            </a:r>
            <a:r>
              <a:rPr lang="en-US" b="1" dirty="0"/>
              <a:t>Layer</a:t>
            </a:r>
            <a:r>
              <a:rPr lang="en-US" dirty="0"/>
              <a:t>: Filters of different sizes applied to these embeddings</a:t>
            </a:r>
            <a:r>
              <a:rPr lang="en-US" dirty="0" smtClean="0"/>
              <a:t>.</a:t>
            </a:r>
          </a:p>
          <a:p>
            <a:pPr lvl="1"/>
            <a:r>
              <a:rPr lang="en-US" b="1" dirty="0" smtClean="0"/>
              <a:t>Max-Pooling </a:t>
            </a:r>
            <a:r>
              <a:rPr lang="en-US" b="1" dirty="0"/>
              <a:t>Layer</a:t>
            </a:r>
            <a:r>
              <a:rPr lang="en-US" dirty="0"/>
              <a:t>: Reduction of the feature maps</a:t>
            </a:r>
            <a:r>
              <a:rPr lang="en-US" dirty="0" smtClean="0"/>
              <a:t>.</a:t>
            </a:r>
          </a:p>
          <a:p>
            <a:pPr lvl="1"/>
            <a:r>
              <a:rPr lang="en-US" b="1" dirty="0" smtClean="0"/>
              <a:t>Fully </a:t>
            </a:r>
            <a:r>
              <a:rPr lang="en-US" b="1" dirty="0"/>
              <a:t>Connected Layer</a:t>
            </a:r>
            <a:r>
              <a:rPr lang="en-US" dirty="0"/>
              <a:t>: Final classification based on pooled features.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8980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github.com/chriskhanhtran/CNN-Sentence-Classification-PyTorch/blob/master/cnn-architecture.JPG?raw=tru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2400"/>
            <a:ext cx="8991599" cy="6629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56277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s://indiantechwarrior.com/wp-content/uploads/2021/04/Example-of-Convolutional-Process-Applied-to-Text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52400"/>
            <a:ext cx="8458200" cy="670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4363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Details in </a:t>
            </a:r>
            <a:r>
              <a:rPr lang="en-US" dirty="0" err="1" smtClean="0"/>
              <a:t>Colab</a:t>
            </a:r>
            <a:r>
              <a:rPr lang="en-US" dirty="0" smtClean="0"/>
              <a:t> 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8459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79</Words>
  <Application>Microsoft Office PowerPoint</Application>
  <PresentationFormat>On-screen Show (4:3)</PresentationFormat>
  <Paragraphs>14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Text Classification using CNN+GloVe</vt:lpstr>
      <vt:lpstr>Major Steps</vt:lpstr>
      <vt:lpstr>Classification Model Training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Text Classification using CNN+GloVe</dc:title>
  <dc:creator>User</dc:creator>
  <cp:lastModifiedBy>User</cp:lastModifiedBy>
  <cp:revision>5</cp:revision>
  <dcterms:created xsi:type="dcterms:W3CDTF">2006-08-16T00:00:00Z</dcterms:created>
  <dcterms:modified xsi:type="dcterms:W3CDTF">2024-08-24T02:19:32Z</dcterms:modified>
</cp:coreProperties>
</file>